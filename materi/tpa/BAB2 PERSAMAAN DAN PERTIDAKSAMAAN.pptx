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E8F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023360"/>
            <a:ext cx="3108960" cy="3108960"/>
          </a:xfrm>
          <a:prstGeom prst="ellipse">
            <a:avLst/>
          </a:prstGeom>
          <a:solidFill>
            <a:srgbClr val="E0A139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914400" cy="91440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3075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FD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MATERI NUMERIKAL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Persamaan &amp;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Pertidaksamaan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6868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Tes Potensi Akademik  •  PKN STAN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86968" y="5303520"/>
            <a:ext cx="1463040" cy="41148"/>
          </a:xfrm>
          <a:prstGeom prst="rect">
            <a:avLst/>
          </a:prstGeom>
          <a:solidFill>
            <a:srgbClr val="E0A139"/>
          </a:solidFill>
          <a:ln/>
        </p:spPr>
      </p:sp>
      <p:sp>
        <p:nvSpPr>
          <p:cNvPr id="10" name="Text 7"/>
          <p:cNvSpPr/>
          <p:nvPr/>
        </p:nvSpPr>
        <p:spPr>
          <a:xfrm>
            <a:off x="886968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materi dilengkapi contoh soal dan pembahasan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Persamaan Linear Satu Variabel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29844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  </a:t>
            </a:r>
            <a:pPr indent="0" marL="0">
              <a:buNone/>
            </a:pPr>
            <a:r>
              <a:rPr lang="en-US" sz="13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matematika memuat tanda = dan satu variabel. Prinsip utama: kedua ruas selalu diperlakukan sama.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19456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55117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423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2926080"/>
            <a:ext cx="49651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 suku variabel di satu ruas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Pindahkan angka ke ruas lain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pindah ruas, tanda berubah (+ jadi −, × jadi ÷)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dengan koefisien variabel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219456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2423160"/>
            <a:ext cx="457200" cy="45720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55117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2423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Ingat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37960" y="2926080"/>
            <a:ext cx="49651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pun operasi di kiri, lakukan juga di kanan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membagi dengan nol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hasil dengan memasukkan kembali nilainya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0383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503834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331720" y="5010912"/>
            <a:ext cx="9125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x dari  5x − 7 = 2x + 8  adalah ….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95528" y="540410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4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5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6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15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95528" y="571500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C.   </a:t>
            </a:r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− 2x = 8 + 7, jadi 3x = 15, x = 5.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SPLDV: Eliminasi &amp; Substitusi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29844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  </a:t>
            </a:r>
            <a:pPr indent="0" marL="0">
              <a:buNone/>
            </a:pPr>
            <a:r>
              <a:rPr lang="en-US" sz="13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variabel (x dan y) membutuhkan dua persamaan. Dapat diselesaikan dengan eliminasi, substitusi, atau gabungan keduanya.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19456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55117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423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Eliminasi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2926080"/>
            <a:ext cx="49651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Samakan koefisien salah satu variabel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sama: kurangkan. Berlawanan: jumlahkan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variabel hilang, cari sisanya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219456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2423160"/>
            <a:ext cx="457200" cy="45720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55117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2423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Substitusi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37960" y="2926080"/>
            <a:ext cx="49651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Nyatakan satu variabel lewat variabel lain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ke persamaan satunya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cepat bila ada koefisien 1 atau −1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gabungan: eliminasi lalu substitusi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0383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503834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331720" y="5010912"/>
            <a:ext cx="9125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Diketahui  20x + 4y = 38  dan  2x − 6y = 7.  Hubungan x dan y adalah ….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95528" y="540410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x &gt; y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x &lt; y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x = y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x ≥ y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tak dapat ditentukan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95528" y="571500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A.   </a:t>
            </a:r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selesaikan sistemnya: x = 2 dan y = −0,5, jadi x &gt; 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SPLTV: Sistem Tiga Variabel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29844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  </a:t>
            </a:r>
            <a:pPr indent="0" marL="0">
              <a:buNone/>
            </a:pPr>
            <a:r>
              <a:rPr lang="en-US" sz="13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variabel (x, y, z) membutuhkan tiga persamaan. Diselesaikan dengan eliminasi bertahap hingga menjadi SPLDV.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19456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55117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423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Cara: Eliminasi Bertahap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2926080"/>
            <a:ext cx="49651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satu variabel untuk dihilangkan (misal z)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Eliminasi variabel itu dari dua pasang persamaan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Tersisa dua persamaan dua variabel (jadi SPLDV)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Selesaikan, lalu substitusi balik untuk variabel ketiga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219456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2423160"/>
            <a:ext cx="457200" cy="45720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55117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2423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Sistem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37960" y="2926080"/>
            <a:ext cx="49651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y + z = 6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− y + z = 3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+ 2y − z = 2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x = 1, y = 2, z = 3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0383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503834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331720" y="5010912"/>
            <a:ext cx="9125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 x + y = 5,  y + z = 7,  dan  x + z = 6,  maka nilai  x + y + z  adalah ….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95528" y="540410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8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9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10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12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18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95528" y="571500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B.   </a:t>
            </a:r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jumlahkan ketiga persamaan: 2(x+y+z) = 18, jadi x+y+z = 9.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Persamaan Kuadrat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621792"/>
          </a:xfrm>
          <a:prstGeom prst="roundRect">
            <a:avLst>
              <a:gd name="adj" fmla="val 13235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29844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umum   </a:t>
            </a:r>
            <a:pPr indent="0" marL="0">
              <a:buNone/>
            </a:pPr>
            <a:r>
              <a:rPr lang="en-US" sz="13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ax² + bx + c = 0.  Coba faktorisasi dulu; bila akar tidak bulat pakai rumus abc; pakai Vieta bila hanya ditanya jumlah/hasil kali akar.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90576" y="2048256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6608" y="2304288"/>
            <a:ext cx="512064" cy="512064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6" y="2447666"/>
            <a:ext cx="225308" cy="2253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6688" y="230428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Faktorisasi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64896" y="2980944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2 angka: hasil kali = c (atau a·c), jumlah = b.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64896" y="411480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1EFEF"/>
          </a:solidFill>
          <a:ln/>
        </p:spPr>
      </p:sp>
      <p:pic>
        <p:nvPicPr>
          <p:cNvPr id="14" name="Image 2" descr="/home/claude/math/kuadrat_fak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88" y="4276222"/>
            <a:ext cx="2688336" cy="22579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312768" y="2048256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68800" y="2304288"/>
            <a:ext cx="512064" cy="512064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178" y="2447666"/>
            <a:ext cx="225308" cy="2253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08880" y="230428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 abc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4587088" y="2980944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saat akar tidak bulat. D = b² − 4ac menentukan jenis akar.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87088" y="411480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3E4C6"/>
          </a:solidFill>
          <a:ln/>
        </p:spPr>
      </p:sp>
      <p:pic>
        <p:nvPicPr>
          <p:cNvPr id="21" name="Image 4" descr="/home/claude/math/kuadrat_ab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686" y="4197096"/>
            <a:ext cx="1520322" cy="38404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134960" y="2048256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390992" y="2304288"/>
            <a:ext cx="512064" cy="512064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370" y="2447666"/>
            <a:ext cx="225308" cy="2253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031072" y="230428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Vieta</a:t>
            </a:r>
            <a:endParaRPr lang="en-US" sz="1650" dirty="0"/>
          </a:p>
        </p:txBody>
      </p:sp>
      <p:sp>
        <p:nvSpPr>
          <p:cNvPr id="26" name="Text 18"/>
          <p:cNvSpPr/>
          <p:nvPr/>
        </p:nvSpPr>
        <p:spPr>
          <a:xfrm>
            <a:off x="8409280" y="2980944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bila hanya ditanya jumlah atau hasil kali akar.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8409280" y="411480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1EFEF"/>
          </a:solidFill>
          <a:ln/>
        </p:spPr>
      </p:sp>
      <p:pic>
        <p:nvPicPr>
          <p:cNvPr id="28" name="Image 6" descr="/home/claude/math/kuadrat_viet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872" y="4239861"/>
            <a:ext cx="2688336" cy="298519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502920" y="498348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777240" y="512978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31" name="Text 22"/>
          <p:cNvSpPr/>
          <p:nvPr/>
        </p:nvSpPr>
        <p:spPr>
          <a:xfrm>
            <a:off x="777240" y="512978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2331720" y="5102352"/>
            <a:ext cx="9125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Akar-akar dari  x² − 5x + 6 = 0  adalah ….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795528" y="549554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1 dan 6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2 dan 3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−2 dan −3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1 dan 5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2 dan −3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795528" y="580644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B.   </a:t>
            </a:r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= 6, jumlah = 5: (x−2)(x−3), jadi x = 2 atau x = 3.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Pertidaksamaan: Konsep &amp; Aturan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29844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  </a:t>
            </a:r>
            <a:pPr indent="0" marL="0">
              <a:buNone/>
            </a:pPr>
            <a:r>
              <a:rPr lang="en-US" sz="13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= diganti tanda perbandingan (&lt;, &gt;, ≤, ≥). Yang dicari adalah rentang nilai, bukan satu nilai tunggal.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19456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55117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423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Sama Seperti Persamaan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2926080"/>
            <a:ext cx="49651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/ kurang kedua ruas: tanda tetap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/ bagi dengan bilangan positif: tanda tetap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disederhanakan seperti biasa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219456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2423160"/>
            <a:ext cx="457200" cy="45720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55117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2423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Aturan Kunci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37960" y="2926080"/>
            <a:ext cx="49651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/ bagi dengan bilangan NEGATIF: tanda dibalik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−2x &gt; 6, bagi −2, menjadi x &lt; −3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Tukar ruas kiri dan kanan: tanda ikut dibalik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Jebakan nomor satu bila lupa membalik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0383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503834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331720" y="5010912"/>
            <a:ext cx="9125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Penyelesaian dari  −3x + 5 &lt; 14  adalah ….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95528" y="540410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x &lt; −3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x &gt; −3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x &lt; 3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x &gt; 3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x &lt; 9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95528" y="571500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B.   </a:t>
            </a:r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−3x &lt; 9, lalu bagi −3 sehingga tanda dibalik, jadi x &gt; −3.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Sifat: Persamaan vs Pertidaksamaan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325880" y="1170432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Pertidaksamaan mengikuti semua sifat persamaan, kecuali satu: saat kali/bagi negatif, tandanya berbalik.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600200"/>
          <a:ext cx="9628632" cy="914400"/>
        </p:xfrm>
        <a:graphic>
          <a:graphicData uri="http://schemas.openxmlformats.org/drawingml/2006/table">
            <a:tbl>
              <a:tblPr/>
              <a:tblGrid>
                <a:gridCol w="4690872"/>
                <a:gridCol w="228600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 pada kedua ruas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Persamaan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Pertidaksamaan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8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Tambah / kurang bilangan sama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Kali / bagi bilangan positif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Kali / bagi bilangan negatif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tanda DIBALIK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13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Tukar ruas kiri dan kanan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tanda ikut dibalik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280160" y="4114800"/>
            <a:ext cx="9628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 </a:t>
            </a:r>
            <a:pPr indent="0" marL="0">
              <a:buNone/>
            </a:pPr>
            <a:r>
              <a:rPr lang="en-US" sz="1250" i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menukar ruas juga membalik tanda. Jika x &lt; 5, maka ditulis 5 &gt; x (bukan 5 &lt; x).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02920" y="493776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77240" y="508406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508406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331720" y="5056632"/>
            <a:ext cx="9125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Diketahui  p = 14/16  dan  q = 0,8.  Hubungan p dan q adalah ….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95528" y="544982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 &lt; q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 = q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 &gt; q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tak dapat ditentukan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pq = 7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95528" y="576072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C.   </a:t>
            </a:r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samakan bentuk: 14/16 = 0,875 lebih besar dari 0,8, jadi p &gt; q.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023360" cy="4023360"/>
          </a:xfrm>
          <a:prstGeom prst="ellipse">
            <a:avLst/>
          </a:prstGeom>
          <a:solidFill>
            <a:srgbClr val="0E8F8C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291840" cy="3291840"/>
          </a:xfrm>
          <a:prstGeom prst="ellipse">
            <a:avLst/>
          </a:prstGeom>
          <a:solidFill>
            <a:srgbClr val="E0A13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658368" cy="658368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87263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0292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Jebakan Umum &amp; Prioritas Belajar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6404A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00" y="2033260"/>
            <a:ext cx="249448" cy="249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019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Hindari 2 Jebakan Ini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6868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7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Lupa membalik tanda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kali/bagi dengan bilangan negatif, tanda pertidaksamaan wajib dibalik.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7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Salah tanda saat pindah ruas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Suku yang pindah ruas berganti tanda: + jadi −, × jadi ÷.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0A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cek: </a:t>
            </a:r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kembali nilai yang didapat ke persamaan awal.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99632" y="16002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6404A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19672" y="1874520"/>
            <a:ext cx="566928" cy="566928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412" y="2033260"/>
            <a:ext cx="249448" cy="2494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05472" y="19019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Prioritas untuk TPA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583680" y="265176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SPLDV metode gabungan (eliminasi lalu substitusi) untuk kecepatan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Faktorisasi kuadrat; rumus abc bila akar tidak bulat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balik tanda pada pertidaksamaan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kuantitas: selesaikan dulu, baru bandingkan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Vieta untuk jumlah dan hasil kali akar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berikut: perbanyak latihan soal campuran bergaya TPA STAN.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Persamaan &amp; Pertidaksamaan</dc:title>
  <dc:subject>PptxGenJS Presentation</dc:subject>
  <dc:creator>Claude</dc:creator>
  <cp:lastModifiedBy>Claude</cp:lastModifiedBy>
  <cp:revision>1</cp:revision>
  <dcterms:created xsi:type="dcterms:W3CDTF">2026-07-05T03:23:54Z</dcterms:created>
  <dcterms:modified xsi:type="dcterms:W3CDTF">2026-07-05T03:23:54Z</dcterms:modified>
</cp:coreProperties>
</file>